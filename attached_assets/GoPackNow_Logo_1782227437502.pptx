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65850" cy="9763125"/>
  <p:notesSz cx="9763125" cy="31565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33400"/>
            <a:ext cx="7962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LOGO EXPLORATION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33400" y="790575"/>
            <a:ext cx="79629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112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GoPackNow — logo directions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338263"/>
            <a:ext cx="6082665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directions for the GoPackNow mark, all built from the product's existing language: signal orange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A1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#E85D3A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warm ink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1A1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#1A1412 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cream paper, Georgia display type, and the suitcase / luggage-tag motifs from your icon set.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3400" y="2149748"/>
            <a:ext cx="7962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7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bags. </a:t>
            </a:r>
            <a:pPr algn="l" indent="0" marL="0">
              <a:buNone/>
            </a:pPr>
            <a:r>
              <a:rPr lang="en-US" sz="1800" b="1" spc="-37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friends.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2840310"/>
            <a:ext cx="47989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E85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32346" y="2830785"/>
            <a:ext cx="10671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 — locked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3400" y="3097485"/>
            <a:ext cx="5334000" cy="2524125"/>
          </a:xfrm>
          <a:prstGeom prst="roundRect">
            <a:avLst>
              <a:gd name="adj" fmla="val 755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559448"/>
            <a:ext cx="1600200" cy="1600200"/>
          </a:xfrm>
          <a:prstGeom prst="roundRect">
            <a:avLst>
              <a:gd name="adj" fmla="val 22619"/>
            </a:avLst>
          </a:prstGeom>
          <a:solidFill>
            <a:srgbClr val="1A1412"/>
          </a:solidFill>
          <a:ln/>
          <a:effectLst>
            <a:outerShdw sx="100000" sy="100000" kx="0" ky="0" algn="bl" rotWithShape="0" blurRad="323850" dist="133350" dir="5400000">
              <a:srgbClr val="1A1412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3864248"/>
            <a:ext cx="990600" cy="9906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6550" y="3916635"/>
            <a:ext cx="400050" cy="400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9950" y="3935685"/>
            <a:ext cx="23341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12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2850" b="1" spc="-120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pPr algn="l" indent="0" marL="0">
              <a:lnSpc>
                <a:spcPct val="100000"/>
              </a:lnSpc>
              <a:buNone/>
            </a:pPr>
            <a:r>
              <a:rPr lang="en-US" sz="2850" b="1" spc="-12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2850" dirty="0"/>
          </a:p>
        </p:txBody>
      </p:sp>
      <p:sp>
        <p:nvSpPr>
          <p:cNvPr id="13" name="Text 9"/>
          <p:cNvSpPr/>
          <p:nvPr/>
        </p:nvSpPr>
        <p:spPr>
          <a:xfrm>
            <a:off x="2876550" y="4411935"/>
            <a:ext cx="2735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3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bags. </a:t>
            </a:r>
            <a:pPr algn="l" indent="0" marL="0">
              <a:buNone/>
            </a:pPr>
            <a:r>
              <a:rPr lang="en-US" sz="1350" b="1" spc="-30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your friends.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72200" y="3097485"/>
            <a:ext cx="2857500" cy="2524125"/>
          </a:xfrm>
          <a:prstGeom prst="roundRect">
            <a:avLst>
              <a:gd name="adj" fmla="val 755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38900" y="3364185"/>
            <a:ext cx="25565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VARIANTS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438900" y="358802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1A141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3675" y="3692798"/>
            <a:ext cx="381000" cy="3810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162800" y="3588023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85D3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7575" y="3692798"/>
            <a:ext cx="381000" cy="381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86700" y="3588023"/>
            <a:ext cx="619125" cy="619125"/>
          </a:xfrm>
          <a:prstGeom prst="roundRect">
            <a:avLst>
              <a:gd name="adj" fmla="val 24615"/>
            </a:avLst>
          </a:prstGeom>
          <a:solidFill>
            <a:srgbClr val="FAF8F5"/>
          </a:solidFill>
          <a:ln w="14288">
            <a:solidFill>
              <a:srgbClr val="1A1412">
                <a:alpha val="12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5763" y="3707085"/>
            <a:ext cx="381000" cy="3810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38900" y="4435748"/>
            <a:ext cx="232410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6438900" y="4673873"/>
            <a:ext cx="2556510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 SIZES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6438900" y="489771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5100" y="4973910"/>
            <a:ext cx="304800" cy="3048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048500" y="505011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96125" y="5097735"/>
            <a:ext cx="209550" cy="20955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505700" y="520251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24750" y="5221560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810500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750" dirty="0"/>
          </a:p>
        </p:txBody>
      </p:sp>
      <p:sp>
        <p:nvSpPr>
          <p:cNvPr id="31" name="Text 21"/>
          <p:cNvSpPr/>
          <p:nvPr/>
        </p:nvSpPr>
        <p:spPr>
          <a:xfrm>
            <a:off x="8191946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750" dirty="0"/>
          </a:p>
        </p:txBody>
      </p:sp>
      <p:sp>
        <p:nvSpPr>
          <p:cNvPr id="32" name="Text 22"/>
          <p:cNvSpPr/>
          <p:nvPr/>
        </p:nvSpPr>
        <p:spPr>
          <a:xfrm>
            <a:off x="8497193" y="5221560"/>
            <a:ext cx="19094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50" dirty="0"/>
          </a:p>
        </p:txBody>
      </p:sp>
      <p:sp>
        <p:nvSpPr>
          <p:cNvPr id="33" name="Text 23"/>
          <p:cNvSpPr/>
          <p:nvPr/>
        </p:nvSpPr>
        <p:spPr>
          <a:xfrm>
            <a:off x="53340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5" dirty="0"/>
          </a:p>
        </p:txBody>
      </p:sp>
      <p:sp>
        <p:nvSpPr>
          <p:cNvPr id="34" name="Text 24"/>
          <p:cNvSpPr/>
          <p:nvPr/>
        </p:nvSpPr>
        <p:spPr>
          <a:xfrm>
            <a:off x="783357" y="6116910"/>
            <a:ext cx="21361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— the typographic baseline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5334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1248742" y="7278960"/>
            <a:ext cx="29314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spc="-16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spc="-165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spc="-16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3600" dirty="0"/>
          </a:p>
        </p:txBody>
      </p:sp>
      <p:sp>
        <p:nvSpPr>
          <p:cNvPr id="37" name="Text 27"/>
          <p:cNvSpPr/>
          <p:nvPr/>
        </p:nvSpPr>
        <p:spPr>
          <a:xfrm>
            <a:off x="49339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5" dirty="0"/>
          </a:p>
        </p:txBody>
      </p:sp>
      <p:sp>
        <p:nvSpPr>
          <p:cNvPr id="38" name="Text 28"/>
          <p:cNvSpPr/>
          <p:nvPr/>
        </p:nvSpPr>
        <p:spPr>
          <a:xfrm>
            <a:off x="5183907" y="6116910"/>
            <a:ext cx="21452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Suitcase mark — packing, made literal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93395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88930" y="7212285"/>
            <a:ext cx="590550" cy="59055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50930" y="7238479"/>
            <a:ext cx="2446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3000" dirty="0"/>
          </a:p>
        </p:txBody>
      </p:sp>
      <p:sp>
        <p:nvSpPr>
          <p:cNvPr id="42" name="Text 31"/>
          <p:cNvSpPr/>
          <p:nvPr/>
        </p:nvSpPr>
        <p:spPr>
          <a:xfrm>
            <a:off x="6250930" y="7667104"/>
            <a:ext cx="244608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your bags. Pack your friends.</a:t>
            </a:r>
            <a:endParaRPr lang="en-US" sz="750" dirty="0"/>
          </a:p>
        </p:txBody>
      </p:sp>
      <p:sp>
        <p:nvSpPr>
          <p:cNvPr id="43" name="Text 32"/>
          <p:cNvSpPr/>
          <p:nvPr/>
        </p:nvSpPr>
        <p:spPr>
          <a:xfrm>
            <a:off x="933450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5" dirty="0"/>
          </a:p>
        </p:txBody>
      </p:sp>
      <p:sp>
        <p:nvSpPr>
          <p:cNvPr id="44" name="Text 33"/>
          <p:cNvSpPr/>
          <p:nvPr/>
        </p:nvSpPr>
        <p:spPr>
          <a:xfrm>
            <a:off x="9584457" y="6116910"/>
            <a:ext cx="21946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Luggage tag — the most ownable mark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93345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06150" y="6993210"/>
            <a:ext cx="552450" cy="55245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0380836" y="7679010"/>
            <a:ext cx="22033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12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20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120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2700" dirty="0"/>
          </a:p>
        </p:txBody>
      </p:sp>
      <p:sp>
        <p:nvSpPr>
          <p:cNvPr id="48" name="Text 36"/>
          <p:cNvSpPr/>
          <p:nvPr/>
        </p:nvSpPr>
        <p:spPr>
          <a:xfrm>
            <a:off x="137350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5" dirty="0"/>
          </a:p>
        </p:txBody>
      </p:sp>
      <p:sp>
        <p:nvSpPr>
          <p:cNvPr id="49" name="Text 37"/>
          <p:cNvSpPr/>
          <p:nvPr/>
        </p:nvSpPr>
        <p:spPr>
          <a:xfrm>
            <a:off x="13985007" y="6116910"/>
            <a:ext cx="25648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icon — pack your bags, pack your friends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13735050" y="6364560"/>
            <a:ext cx="8496300" cy="2857500"/>
          </a:xfrm>
          <a:prstGeom prst="roundRect">
            <a:avLst>
              <a:gd name="adj" fmla="val 667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14458206" y="7083698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1A1412"/>
          </a:solidFill>
          <a:ln/>
          <a:effectLst>
            <a:outerShdw sx="100000" sy="100000" kx="0" ky="0" algn="bl" rotWithShape="0" blurRad="247650" dist="95250" dir="5400000">
              <a:srgbClr val="1A1412">
                <a:alpha val="30000"/>
              </a:srgbClr>
            </a:outerShdw>
          </a:effectLst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696331" y="7321823"/>
            <a:ext cx="666750" cy="66675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14618940" y="8379098"/>
            <a:ext cx="897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ink · primary</a:t>
            </a:r>
            <a:endParaRPr lang="en-US" sz="825" dirty="0"/>
          </a:p>
        </p:txBody>
      </p:sp>
      <p:sp>
        <p:nvSpPr>
          <p:cNvPr id="54" name="Shape 41"/>
          <p:cNvSpPr/>
          <p:nvPr/>
        </p:nvSpPr>
        <p:spPr>
          <a:xfrm>
            <a:off x="16285518" y="7083698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E85D3A"/>
          </a:solidFill>
          <a:ln/>
          <a:effectLst>
            <a:outerShdw sx="100000" sy="100000" kx="0" ky="0" algn="bl" rotWithShape="0" blurRad="247650" dist="95250" dir="5400000">
              <a:srgbClr val="E85D3A">
                <a:alpha val="32000"/>
              </a:srgbClr>
            </a:outerShdw>
          </a:effectLst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523643" y="7321823"/>
            <a:ext cx="666750" cy="666750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16588011" y="8379098"/>
            <a:ext cx="6142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orange</a:t>
            </a:r>
            <a:endParaRPr lang="en-US" sz="825" dirty="0"/>
          </a:p>
        </p:txBody>
      </p:sp>
      <p:sp>
        <p:nvSpPr>
          <p:cNvPr id="57" name="Shape 43"/>
          <p:cNvSpPr/>
          <p:nvPr/>
        </p:nvSpPr>
        <p:spPr>
          <a:xfrm>
            <a:off x="18120568" y="7069410"/>
            <a:ext cx="1171575" cy="1171575"/>
          </a:xfrm>
          <a:prstGeom prst="roundRect">
            <a:avLst>
              <a:gd name="adj" fmla="val 22764"/>
            </a:avLst>
          </a:prstGeom>
          <a:solidFill>
            <a:srgbClr val="FAF8F5"/>
          </a:solidFill>
          <a:ln w="14288">
            <a:solidFill>
              <a:srgbClr val="1A1412">
                <a:alpha val="10000"/>
              </a:srgbClr>
            </a:solidFill>
            <a:prstDash val="solid"/>
          </a:ln>
          <a:effectLst>
            <a:outerShdw sx="100000" sy="100000" kx="0" ky="0" algn="bl" rotWithShape="0" blurRad="247650" dist="95250" dir="5400000">
              <a:srgbClr val="1A1412">
                <a:alpha val="12000"/>
              </a:srgbClr>
            </a:outerShdw>
          </a:effectLst>
        </p:spPr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8372981" y="7321823"/>
            <a:ext cx="666750" cy="66675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8112904" y="8393385"/>
            <a:ext cx="12631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· matches icon set</a:t>
            </a:r>
            <a:endParaRPr lang="en-US" sz="825" dirty="0"/>
          </a:p>
        </p:txBody>
      </p:sp>
      <p:sp>
        <p:nvSpPr>
          <p:cNvPr id="60" name="Shape 45"/>
          <p:cNvSpPr/>
          <p:nvPr/>
        </p:nvSpPr>
        <p:spPr>
          <a:xfrm>
            <a:off x="19984194" y="6459810"/>
            <a:ext cx="1524000" cy="2667000"/>
          </a:xfrm>
          <a:prstGeom prst="roundRect">
            <a:avLst>
              <a:gd name="adj" fmla="val 18750"/>
            </a:avLst>
          </a:prstGeom>
          <a:solidFill>
            <a:srgbClr val="1A1412"/>
          </a:solidFill>
          <a:ln w="47625">
            <a:solidFill>
              <a:srgbClr val="1A1412"/>
            </a:solidFill>
            <a:prstDash val="solid"/>
          </a:ln>
          <a:effectLst>
            <a:outerShdw sx="100000" sy="100000" kx="0" ky="0" algn="bl" rotWithShape="0" blurRad="247650" dist="95250" dir="5400000">
              <a:srgbClr val="1A1412">
                <a:alpha val="22000"/>
              </a:srgbClr>
            </a:outerShdw>
          </a:effectLst>
        </p:spPr>
      </p:sp>
      <p:sp>
        <p:nvSpPr>
          <p:cNvPr id="61" name="Shape 46"/>
          <p:cNvSpPr/>
          <p:nvPr/>
        </p:nvSpPr>
        <p:spPr>
          <a:xfrm>
            <a:off x="20489019" y="679318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E85D3A"/>
          </a:solidFill>
          <a:ln/>
          <a:effectLst>
            <a:outerShdw sx="100000" sy="100000" kx="0" ky="0" algn="bl" rotWithShape="0" blurRad="95250" dist="38100" dir="5400000">
              <a:srgbClr val="E85D3A">
                <a:alpha val="30000"/>
              </a:srgbClr>
            </a:outerShdw>
          </a:effectLst>
        </p:spPr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584269" y="6888435"/>
            <a:ext cx="323850" cy="323850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20468258" y="7383735"/>
            <a:ext cx="63199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GoPackNow</a:t>
            </a:r>
            <a:endParaRPr lang="en-US" sz="750" dirty="0"/>
          </a:p>
        </p:txBody>
      </p:sp>
      <p:sp>
        <p:nvSpPr>
          <p:cNvPr id="64" name="Shape 48"/>
          <p:cNvSpPr/>
          <p:nvPr/>
        </p:nvSpPr>
        <p:spPr>
          <a:xfrm>
            <a:off x="20403294" y="7607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5" name="Shape 49"/>
          <p:cNvSpPr/>
          <p:nvPr/>
        </p:nvSpPr>
        <p:spPr>
          <a:xfrm>
            <a:off x="20784294" y="7607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6" name="Shape 50"/>
          <p:cNvSpPr/>
          <p:nvPr/>
        </p:nvSpPr>
        <p:spPr>
          <a:xfrm>
            <a:off x="20403294" y="7988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7" name="Shape 51"/>
          <p:cNvSpPr/>
          <p:nvPr/>
        </p:nvSpPr>
        <p:spPr>
          <a:xfrm>
            <a:off x="20784294" y="7988573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8" name="Text 52"/>
          <p:cNvSpPr/>
          <p:nvPr/>
        </p:nvSpPr>
        <p:spPr>
          <a:xfrm>
            <a:off x="22536150" y="6126435"/>
            <a:ext cx="2309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5" dirty="0"/>
          </a:p>
        </p:txBody>
      </p:sp>
      <p:sp>
        <p:nvSpPr>
          <p:cNvPr id="69" name="Text 53"/>
          <p:cNvSpPr/>
          <p:nvPr/>
        </p:nvSpPr>
        <p:spPr>
          <a:xfrm>
            <a:off x="22786107" y="6116910"/>
            <a:ext cx="14465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ink — reversed lockup</a:t>
            </a:r>
            <a:endParaRPr lang="en-US" sz="900" dirty="0"/>
          </a:p>
        </p:txBody>
      </p:sp>
      <p:sp>
        <p:nvSpPr>
          <p:cNvPr id="70" name="Shape 54"/>
          <p:cNvSpPr/>
          <p:nvPr/>
        </p:nvSpPr>
        <p:spPr>
          <a:xfrm>
            <a:off x="2253615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1A1412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091130" y="7212285"/>
            <a:ext cx="590550" cy="590550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23853130" y="7238479"/>
            <a:ext cx="2446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E8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pPr algn="l" indent="0" marL="0">
              <a:lnSpc>
                <a:spcPct val="100000"/>
              </a:lnSpc>
              <a:buNone/>
            </a:pPr>
            <a:r>
              <a:rPr lang="en-US" sz="3000" b="1" spc="-135" kern="0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3000" dirty="0"/>
          </a:p>
        </p:txBody>
      </p:sp>
      <p:sp>
        <p:nvSpPr>
          <p:cNvPr id="73" name="Text 56"/>
          <p:cNvSpPr/>
          <p:nvPr/>
        </p:nvSpPr>
        <p:spPr>
          <a:xfrm>
            <a:off x="23853130" y="7667104"/>
            <a:ext cx="2446087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FAF8F5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your bags. Pack your friends.</a:t>
            </a:r>
            <a:endParaRPr lang="en-US" sz="750" dirty="0"/>
          </a:p>
        </p:txBody>
      </p:sp>
      <p:sp>
        <p:nvSpPr>
          <p:cNvPr id="74" name="Text 57"/>
          <p:cNvSpPr/>
          <p:nvPr/>
        </p:nvSpPr>
        <p:spPr>
          <a:xfrm>
            <a:off x="26936700" y="6126435"/>
            <a:ext cx="184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</a:t>
            </a:r>
            <a:endParaRPr lang="en-US" sz="825" dirty="0"/>
          </a:p>
        </p:txBody>
      </p:sp>
      <p:sp>
        <p:nvSpPr>
          <p:cNvPr id="75" name="Text 58"/>
          <p:cNvSpPr/>
          <p:nvPr/>
        </p:nvSpPr>
        <p:spPr>
          <a:xfrm>
            <a:off x="27139850" y="6116910"/>
            <a:ext cx="176807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up small — nav bar &amp; tab</a:t>
            </a:r>
            <a:endParaRPr lang="en-US" sz="900" dirty="0"/>
          </a:p>
        </p:txBody>
      </p:sp>
      <p:sp>
        <p:nvSpPr>
          <p:cNvPr id="76" name="Shape 59"/>
          <p:cNvSpPr/>
          <p:nvPr/>
        </p:nvSpPr>
        <p:spPr>
          <a:xfrm>
            <a:off x="26936700" y="6364560"/>
            <a:ext cx="4095750" cy="2286000"/>
          </a:xfrm>
          <a:prstGeom prst="roundRect">
            <a:avLst>
              <a:gd name="adj" fmla="val 833"/>
            </a:avLst>
          </a:prstGeom>
          <a:solidFill>
            <a:srgbClr val="FAF8F5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7203400" y="7140848"/>
            <a:ext cx="228600" cy="228600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27517725" y="7145610"/>
            <a:ext cx="11794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75" kern="0" dirty="0">
                <a:solidFill>
                  <a:srgbClr val="1A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GoPackNow</a:t>
            </a:r>
            <a:endParaRPr lang="en-US" sz="1500" dirty="0"/>
          </a:p>
        </p:txBody>
      </p:sp>
      <p:sp>
        <p:nvSpPr>
          <p:cNvPr id="79" name="Text 61"/>
          <p:cNvSpPr/>
          <p:nvPr/>
        </p:nvSpPr>
        <p:spPr>
          <a:xfrm>
            <a:off x="29773959" y="7193235"/>
            <a:ext cx="10679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7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· Explore · Chat</a:t>
            </a:r>
            <a:endParaRPr lang="en-US" sz="825" dirty="0"/>
          </a:p>
        </p:txBody>
      </p:sp>
      <p:sp>
        <p:nvSpPr>
          <p:cNvPr id="80" name="Shape 62"/>
          <p:cNvSpPr/>
          <p:nvPr/>
        </p:nvSpPr>
        <p:spPr>
          <a:xfrm>
            <a:off x="27203400" y="7540898"/>
            <a:ext cx="3562350" cy="952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1" name="Shape 63"/>
          <p:cNvSpPr/>
          <p:nvPr/>
        </p:nvSpPr>
        <p:spPr>
          <a:xfrm>
            <a:off x="27203400" y="772187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A1412"/>
          </a:solidFill>
          <a:ln/>
        </p:spPr>
      </p:sp>
      <p:sp>
        <p:nvSpPr>
          <p:cNvPr id="82" name="Text 64"/>
          <p:cNvSpPr/>
          <p:nvPr/>
        </p:nvSpPr>
        <p:spPr>
          <a:xfrm>
            <a:off x="27241128" y="7750448"/>
            <a:ext cx="15314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750" dirty="0"/>
          </a:p>
        </p:txBody>
      </p:sp>
      <p:sp>
        <p:nvSpPr>
          <p:cNvPr id="83" name="Text 65"/>
          <p:cNvSpPr/>
          <p:nvPr/>
        </p:nvSpPr>
        <p:spPr>
          <a:xfrm>
            <a:off x="27451050" y="7731398"/>
            <a:ext cx="6862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gopack.now</a:t>
            </a:r>
            <a:endParaRPr lang="en-US" sz="900" dirty="0"/>
          </a:p>
        </p:txBody>
      </p:sp>
      <p:sp>
        <p:nvSpPr>
          <p:cNvPr id="84" name="Text 66"/>
          <p:cNvSpPr/>
          <p:nvPr/>
        </p:nvSpPr>
        <p:spPr>
          <a:xfrm>
            <a:off x="30008736" y="7738542"/>
            <a:ext cx="83321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B8A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favicon 16px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2026-06-23T15:10:24Z</dcterms:created>
  <dcterms:modified xsi:type="dcterms:W3CDTF">2026-06-23T15:10:24Z</dcterms:modified>
</cp:coreProperties>
</file>