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1565850" cy="9763125"/>
  <p:notesSz cx="9763125" cy="31565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image" Target="../media/image-1-19.png"/><Relationship Id="rId20" Type="http://schemas.openxmlformats.org/officeDocument/2006/relationships/image" Target="../media/image-1-20.svg"/><Relationship Id="rId21" Type="http://schemas.openxmlformats.org/officeDocument/2006/relationships/image" Target="../media/image-1-21.png"/><Relationship Id="rId22" Type="http://schemas.openxmlformats.org/officeDocument/2006/relationships/image" Target="../media/image-1-22.svg"/><Relationship Id="rId23" Type="http://schemas.openxmlformats.org/officeDocument/2006/relationships/image" Target="../media/image-1-23.png"/><Relationship Id="rId24" Type="http://schemas.openxmlformats.org/officeDocument/2006/relationships/image" Target="../media/image-1-24.svg"/><Relationship Id="rId25" Type="http://schemas.openxmlformats.org/officeDocument/2006/relationships/image" Target="../media/image-1-25.png"/><Relationship Id="rId26" Type="http://schemas.openxmlformats.org/officeDocument/2006/relationships/image" Target="../media/image-1-26.svg"/><Relationship Id="rId27" Type="http://schemas.openxmlformats.org/officeDocument/2006/relationships/image" Target="../media/image-1-27.png"/><Relationship Id="rId28" Type="http://schemas.openxmlformats.org/officeDocument/2006/relationships/image" Target="../media/image-1-28.svg"/><Relationship Id="rId29" Type="http://schemas.openxmlformats.org/officeDocument/2006/relationships/image" Target="../media/image-1-29.png"/><Relationship Id="rId30" Type="http://schemas.openxmlformats.org/officeDocument/2006/relationships/image" Target="../media/image-1-30.svg"/><Relationship Id="rId31" Type="http://schemas.openxmlformats.org/officeDocument/2006/relationships/image" Target="../media/image-1-31.png"/><Relationship Id="rId32" Type="http://schemas.openxmlformats.org/officeDocument/2006/relationships/image" Target="../media/image-1-32.sv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7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533400"/>
            <a:ext cx="79629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225" kern="0" dirty="0">
                <a:solidFill>
                  <a:srgbClr val="E8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· LOGO EXPLORATION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400" y="790575"/>
            <a:ext cx="796290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112" kern="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gopack — logo directions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3400" y="1338263"/>
            <a:ext cx="6082665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directions for the gopack.now mark, all built from the product's existing language: signal orange 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1A1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#E85D3A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warm ink 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1A1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#1A1412 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cream paper, Georgia display type, and the suitcase / luggage-tag motifs from your icon set.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33400" y="2149748"/>
            <a:ext cx="79629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37" kern="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 your bags. </a:t>
            </a:r>
            <a:pPr algn="l" indent="0" marL="0">
              <a:buNone/>
            </a:pPr>
            <a:r>
              <a:rPr lang="en-US" sz="1800" b="1" spc="-37" kern="0" dirty="0">
                <a:solidFill>
                  <a:srgbClr val="E8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 your friends.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2840310"/>
            <a:ext cx="47989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50" kern="0" dirty="0">
                <a:solidFill>
                  <a:srgbClr val="E8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1032346" y="2830785"/>
            <a:ext cx="106717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 — locked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3400" y="3097485"/>
            <a:ext cx="5334000" cy="2524125"/>
          </a:xfrm>
          <a:prstGeom prst="roundRect">
            <a:avLst>
              <a:gd name="adj" fmla="val 755"/>
            </a:avLst>
          </a:prstGeom>
          <a:solidFill>
            <a:srgbClr val="FAF8F5"/>
          </a:solidFill>
          <a:ln/>
          <a:effectLst>
            <a:outerShdw sx="100000" sy="100000" kx="0" ky="0" algn="bl" rotWithShape="0" blurRad="28575" dist="9525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3559448"/>
            <a:ext cx="1600200" cy="1600200"/>
          </a:xfrm>
          <a:prstGeom prst="roundRect">
            <a:avLst>
              <a:gd name="adj" fmla="val 22619"/>
            </a:avLst>
          </a:prstGeom>
          <a:solidFill>
            <a:srgbClr val="1A1412"/>
          </a:solidFill>
          <a:ln/>
          <a:effectLst>
            <a:outerShdw sx="100000" sy="100000" kx="0" ky="0" algn="bl" rotWithShape="0" blurRad="323850" dist="133350" dir="5400000">
              <a:srgbClr val="1A1412">
                <a:alpha val="3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9200" y="3864248"/>
            <a:ext cx="990600" cy="99060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76550" y="3916635"/>
            <a:ext cx="400050" cy="4000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9950" y="3907110"/>
            <a:ext cx="1547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spc="-150" kern="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gopack</a:t>
            </a:r>
            <a:endParaRPr lang="en-US" sz="3300" dirty="0"/>
          </a:p>
        </p:txBody>
      </p:sp>
      <p:sp>
        <p:nvSpPr>
          <p:cNvPr id="13" name="Text 9"/>
          <p:cNvSpPr/>
          <p:nvPr/>
        </p:nvSpPr>
        <p:spPr>
          <a:xfrm>
            <a:off x="2876550" y="4421460"/>
            <a:ext cx="268814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30" kern="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 your bags. </a:t>
            </a:r>
            <a:pPr algn="l" indent="0" marL="0">
              <a:buNone/>
            </a:pPr>
            <a:r>
              <a:rPr lang="en-US" sz="1350" b="1" spc="-30" kern="0" dirty="0">
                <a:solidFill>
                  <a:srgbClr val="E8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 your friends.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172200" y="3097485"/>
            <a:ext cx="2857500" cy="2524125"/>
          </a:xfrm>
          <a:prstGeom prst="roundRect">
            <a:avLst>
              <a:gd name="adj" fmla="val 755"/>
            </a:avLst>
          </a:prstGeom>
          <a:solidFill>
            <a:srgbClr val="FAF8F5"/>
          </a:solidFill>
          <a:ln/>
          <a:effectLst>
            <a:outerShdw sx="100000" sy="100000" kx="0" ky="0" algn="bl" rotWithShape="0" blurRad="28575" dist="9525" dir="54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438900" y="3364185"/>
            <a:ext cx="2556510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8A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VARIANTS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6438900" y="3588023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1A141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3675" y="3692798"/>
            <a:ext cx="381000" cy="3810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162800" y="3588023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85D3A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67575" y="3692798"/>
            <a:ext cx="381000" cy="3810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886700" y="3588023"/>
            <a:ext cx="619125" cy="619125"/>
          </a:xfrm>
          <a:prstGeom prst="roundRect">
            <a:avLst>
              <a:gd name="adj" fmla="val 24615"/>
            </a:avLst>
          </a:prstGeom>
          <a:solidFill>
            <a:srgbClr val="FAF8F5"/>
          </a:solidFill>
          <a:ln w="14288">
            <a:solidFill>
              <a:srgbClr val="1A1412">
                <a:alpha val="1200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05763" y="3707085"/>
            <a:ext cx="381000" cy="3810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438900" y="4435748"/>
            <a:ext cx="2324100" cy="95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3" name="Text 16"/>
          <p:cNvSpPr/>
          <p:nvPr/>
        </p:nvSpPr>
        <p:spPr>
          <a:xfrm>
            <a:off x="6438900" y="4673873"/>
            <a:ext cx="2556510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8A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FAVICON SIZES</a:t>
            </a:r>
            <a:endParaRPr lang="en-US" sz="750" dirty="0"/>
          </a:p>
        </p:txBody>
      </p:sp>
      <p:sp>
        <p:nvSpPr>
          <p:cNvPr id="24" name="Shape 17"/>
          <p:cNvSpPr/>
          <p:nvPr/>
        </p:nvSpPr>
        <p:spPr>
          <a:xfrm>
            <a:off x="6438900" y="489771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A1412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15100" y="4973910"/>
            <a:ext cx="304800" cy="30480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048500" y="505011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A1412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96125" y="5097735"/>
            <a:ext cx="209550" cy="20955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7505700" y="5202510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1A1412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524750" y="5221560"/>
            <a:ext cx="114300" cy="1143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810500" y="5221560"/>
            <a:ext cx="19094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8A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endParaRPr lang="en-US" sz="750" dirty="0"/>
          </a:p>
        </p:txBody>
      </p:sp>
      <p:sp>
        <p:nvSpPr>
          <p:cNvPr id="31" name="Text 21"/>
          <p:cNvSpPr/>
          <p:nvPr/>
        </p:nvSpPr>
        <p:spPr>
          <a:xfrm>
            <a:off x="8191946" y="5221560"/>
            <a:ext cx="19094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8A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750" dirty="0"/>
          </a:p>
        </p:txBody>
      </p:sp>
      <p:sp>
        <p:nvSpPr>
          <p:cNvPr id="32" name="Text 22"/>
          <p:cNvSpPr/>
          <p:nvPr/>
        </p:nvSpPr>
        <p:spPr>
          <a:xfrm>
            <a:off x="8497193" y="5221560"/>
            <a:ext cx="19094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8A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750" dirty="0"/>
          </a:p>
        </p:txBody>
      </p:sp>
      <p:sp>
        <p:nvSpPr>
          <p:cNvPr id="33" name="Text 23"/>
          <p:cNvSpPr/>
          <p:nvPr/>
        </p:nvSpPr>
        <p:spPr>
          <a:xfrm>
            <a:off x="533400" y="6126435"/>
            <a:ext cx="23090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50" kern="0" dirty="0">
                <a:solidFill>
                  <a:srgbClr val="8A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25" dirty="0"/>
          </a:p>
        </p:txBody>
      </p:sp>
      <p:sp>
        <p:nvSpPr>
          <p:cNvPr id="34" name="Text 24"/>
          <p:cNvSpPr/>
          <p:nvPr/>
        </p:nvSpPr>
        <p:spPr>
          <a:xfrm>
            <a:off x="783357" y="6116910"/>
            <a:ext cx="213618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Wordmark — the typographic baseline</a:t>
            </a:r>
            <a:endParaRPr lang="en-US" sz="900" dirty="0"/>
          </a:p>
        </p:txBody>
      </p:sp>
      <p:sp>
        <p:nvSpPr>
          <p:cNvPr id="35" name="Shape 25"/>
          <p:cNvSpPr/>
          <p:nvPr/>
        </p:nvSpPr>
        <p:spPr>
          <a:xfrm>
            <a:off x="533400" y="6364560"/>
            <a:ext cx="4095750" cy="2286000"/>
          </a:xfrm>
          <a:prstGeom prst="roundRect">
            <a:avLst>
              <a:gd name="adj" fmla="val 833"/>
            </a:avLst>
          </a:prstGeom>
          <a:solidFill>
            <a:srgbClr val="FAF8F5"/>
          </a:solidFill>
          <a:ln/>
          <a:effectLst>
            <a:outerShdw sx="100000" sy="100000" kx="0" ky="0" algn="bl" rotWithShape="0" blurRad="28575" dist="9525" dir="5400000">
              <a:srgbClr val="000000">
                <a:alpha val="10000"/>
              </a:srgbClr>
            </a:outerShdw>
          </a:effectLst>
        </p:spPr>
      </p:sp>
      <p:sp>
        <p:nvSpPr>
          <p:cNvPr id="36" name="Text 26"/>
          <p:cNvSpPr/>
          <p:nvPr/>
        </p:nvSpPr>
        <p:spPr>
          <a:xfrm>
            <a:off x="1753939" y="7164660"/>
            <a:ext cx="182005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spc="-187" kern="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</a:t>
            </a:r>
            <a:pPr algn="l" indent="0" marL="0">
              <a:lnSpc>
                <a:spcPct val="100000"/>
              </a:lnSpc>
              <a:buNone/>
            </a:pPr>
            <a:r>
              <a:rPr lang="en-US" sz="3900" b="1" spc="-187" kern="0" dirty="0">
                <a:solidFill>
                  <a:srgbClr val="E8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</a:t>
            </a:r>
            <a:endParaRPr lang="en-US" sz="3900" dirty="0"/>
          </a:p>
        </p:txBody>
      </p:sp>
      <p:sp>
        <p:nvSpPr>
          <p:cNvPr id="37" name="Text 27"/>
          <p:cNvSpPr/>
          <p:nvPr/>
        </p:nvSpPr>
        <p:spPr>
          <a:xfrm>
            <a:off x="2330425" y="7717110"/>
            <a:ext cx="5778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75" kern="0" dirty="0">
                <a:solidFill>
                  <a:srgbClr val="8A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.NOW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4933950" y="6126435"/>
            <a:ext cx="23090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50" kern="0" dirty="0">
                <a:solidFill>
                  <a:srgbClr val="8A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25" dirty="0"/>
          </a:p>
        </p:txBody>
      </p:sp>
      <p:sp>
        <p:nvSpPr>
          <p:cNvPr id="39" name="Text 29"/>
          <p:cNvSpPr/>
          <p:nvPr/>
        </p:nvSpPr>
        <p:spPr>
          <a:xfrm>
            <a:off x="5183907" y="6116910"/>
            <a:ext cx="214526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Suitcase mark — packing, made literal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4933950" y="6364560"/>
            <a:ext cx="4095750" cy="2286000"/>
          </a:xfrm>
          <a:prstGeom prst="roundRect">
            <a:avLst>
              <a:gd name="adj" fmla="val 833"/>
            </a:avLst>
          </a:prstGeom>
          <a:solidFill>
            <a:srgbClr val="FAF8F5"/>
          </a:solidFill>
          <a:ln/>
          <a:effectLst>
            <a:outerShdw sx="100000" sy="100000" kx="0" ky="0" algn="bl" rotWithShape="0" blurRad="28575" dist="9525" dir="5400000">
              <a:srgbClr val="000000">
                <a:alpha val="10000"/>
              </a:srgbClr>
            </a:outerShdw>
          </a:effectLst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621982" y="7212285"/>
            <a:ext cx="590550" cy="59055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6383982" y="7228954"/>
            <a:ext cx="215337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b="1" spc="-150" kern="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gopack</a:t>
            </a:r>
            <a:endParaRPr lang="en-US" sz="3150" dirty="0"/>
          </a:p>
        </p:txBody>
      </p:sp>
      <p:sp>
        <p:nvSpPr>
          <p:cNvPr id="43" name="Text 32"/>
          <p:cNvSpPr/>
          <p:nvPr/>
        </p:nvSpPr>
        <p:spPr>
          <a:xfrm>
            <a:off x="6383982" y="7676629"/>
            <a:ext cx="2153372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8A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your bags. Pack your friends.</a:t>
            </a:r>
            <a:endParaRPr lang="en-US" sz="750" dirty="0"/>
          </a:p>
        </p:txBody>
      </p:sp>
      <p:sp>
        <p:nvSpPr>
          <p:cNvPr id="44" name="Text 33"/>
          <p:cNvSpPr/>
          <p:nvPr/>
        </p:nvSpPr>
        <p:spPr>
          <a:xfrm>
            <a:off x="9334500" y="6126435"/>
            <a:ext cx="23090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50" kern="0" dirty="0">
                <a:solidFill>
                  <a:srgbClr val="8A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25" dirty="0"/>
          </a:p>
        </p:txBody>
      </p:sp>
      <p:sp>
        <p:nvSpPr>
          <p:cNvPr id="45" name="Text 34"/>
          <p:cNvSpPr/>
          <p:nvPr/>
        </p:nvSpPr>
        <p:spPr>
          <a:xfrm>
            <a:off x="9584457" y="6116910"/>
            <a:ext cx="219462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Luggage tag — the most ownable mark</a:t>
            </a:r>
            <a:endParaRPr lang="en-US" sz="900" dirty="0"/>
          </a:p>
        </p:txBody>
      </p:sp>
      <p:sp>
        <p:nvSpPr>
          <p:cNvPr id="46" name="Shape 35"/>
          <p:cNvSpPr/>
          <p:nvPr/>
        </p:nvSpPr>
        <p:spPr>
          <a:xfrm>
            <a:off x="9334500" y="6364560"/>
            <a:ext cx="4095750" cy="2286000"/>
          </a:xfrm>
          <a:prstGeom prst="roundRect">
            <a:avLst>
              <a:gd name="adj" fmla="val 833"/>
            </a:avLst>
          </a:prstGeom>
          <a:solidFill>
            <a:srgbClr val="FAF8F5"/>
          </a:solidFill>
          <a:ln/>
          <a:effectLst>
            <a:outerShdw sx="100000" sy="100000" kx="0" ky="0" algn="bl" rotWithShape="0" blurRad="28575" dist="9525" dir="5400000">
              <a:srgbClr val="000000">
                <a:alpha val="10000"/>
              </a:srgbClr>
            </a:outerShdw>
          </a:effectLst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106150" y="6983685"/>
            <a:ext cx="552450" cy="552450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10777017" y="7669485"/>
            <a:ext cx="133170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b="1" spc="-135" kern="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gopack</a:t>
            </a:r>
            <a:endParaRPr lang="en-US" sz="2850" dirty="0"/>
          </a:p>
        </p:txBody>
      </p:sp>
      <p:sp>
        <p:nvSpPr>
          <p:cNvPr id="49" name="Text 37"/>
          <p:cNvSpPr/>
          <p:nvPr/>
        </p:nvSpPr>
        <p:spPr>
          <a:xfrm>
            <a:off x="13735050" y="6126435"/>
            <a:ext cx="23090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50" kern="0" dirty="0">
                <a:solidFill>
                  <a:srgbClr val="8A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25" dirty="0"/>
          </a:p>
        </p:txBody>
      </p:sp>
      <p:sp>
        <p:nvSpPr>
          <p:cNvPr id="50" name="Text 38"/>
          <p:cNvSpPr/>
          <p:nvPr/>
        </p:nvSpPr>
        <p:spPr>
          <a:xfrm>
            <a:off x="13985007" y="6116910"/>
            <a:ext cx="256485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icon — pack your bags, pack your friends</a:t>
            </a:r>
            <a:endParaRPr lang="en-US" sz="900" dirty="0"/>
          </a:p>
        </p:txBody>
      </p:sp>
      <p:sp>
        <p:nvSpPr>
          <p:cNvPr id="51" name="Shape 39"/>
          <p:cNvSpPr/>
          <p:nvPr/>
        </p:nvSpPr>
        <p:spPr>
          <a:xfrm>
            <a:off x="13735050" y="6364560"/>
            <a:ext cx="8496300" cy="2857500"/>
          </a:xfrm>
          <a:prstGeom prst="roundRect">
            <a:avLst>
              <a:gd name="adj" fmla="val 667"/>
            </a:avLst>
          </a:prstGeom>
          <a:solidFill>
            <a:srgbClr val="FAF8F5"/>
          </a:solidFill>
          <a:ln/>
          <a:effectLst>
            <a:outerShdw sx="100000" sy="100000" kx="0" ky="0" algn="bl" rotWithShape="0" blurRad="28575" dist="9525" dir="5400000">
              <a:srgbClr val="000000">
                <a:alpha val="10000"/>
              </a:srgbClr>
            </a:outerShdw>
          </a:effectLst>
        </p:spPr>
      </p:sp>
      <p:sp>
        <p:nvSpPr>
          <p:cNvPr id="52" name="Shape 40"/>
          <p:cNvSpPr/>
          <p:nvPr/>
        </p:nvSpPr>
        <p:spPr>
          <a:xfrm>
            <a:off x="14458206" y="7083698"/>
            <a:ext cx="1143000" cy="1143000"/>
          </a:xfrm>
          <a:prstGeom prst="roundRect">
            <a:avLst>
              <a:gd name="adj" fmla="val 23333"/>
            </a:avLst>
          </a:prstGeom>
          <a:solidFill>
            <a:srgbClr val="1A1412"/>
          </a:solidFill>
          <a:ln/>
          <a:effectLst>
            <a:outerShdw sx="100000" sy="100000" kx="0" ky="0" algn="bl" rotWithShape="0" blurRad="247650" dist="95250" dir="5400000">
              <a:srgbClr val="1A1412">
                <a:alpha val="30000"/>
              </a:srgbClr>
            </a:outerShdw>
          </a:effectLst>
        </p:spPr>
      </p:sp>
      <p:pic>
        <p:nvPicPr>
          <p:cNvPr id="5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4696331" y="7321823"/>
            <a:ext cx="666750" cy="666750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14618940" y="8379098"/>
            <a:ext cx="89765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8" kern="0" dirty="0">
                <a:solidFill>
                  <a:srgbClr val="8A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ink · primary</a:t>
            </a:r>
            <a:endParaRPr lang="en-US" sz="825" dirty="0"/>
          </a:p>
        </p:txBody>
      </p:sp>
      <p:sp>
        <p:nvSpPr>
          <p:cNvPr id="55" name="Shape 42"/>
          <p:cNvSpPr/>
          <p:nvPr/>
        </p:nvSpPr>
        <p:spPr>
          <a:xfrm>
            <a:off x="16285518" y="7083698"/>
            <a:ext cx="1143000" cy="1143000"/>
          </a:xfrm>
          <a:prstGeom prst="roundRect">
            <a:avLst>
              <a:gd name="adj" fmla="val 23333"/>
            </a:avLst>
          </a:prstGeom>
          <a:solidFill>
            <a:srgbClr val="E85D3A"/>
          </a:solidFill>
          <a:ln/>
          <a:effectLst>
            <a:outerShdw sx="100000" sy="100000" kx="0" ky="0" algn="bl" rotWithShape="0" blurRad="247650" dist="95250" dir="5400000">
              <a:srgbClr val="E85D3A">
                <a:alpha val="32000"/>
              </a:srgbClr>
            </a:outerShdw>
          </a:effectLst>
        </p:spPr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523643" y="7321823"/>
            <a:ext cx="666750" cy="666750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16588011" y="8379098"/>
            <a:ext cx="61421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8" kern="0" dirty="0">
                <a:solidFill>
                  <a:srgbClr val="8A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orange</a:t>
            </a:r>
            <a:endParaRPr lang="en-US" sz="825" dirty="0"/>
          </a:p>
        </p:txBody>
      </p:sp>
      <p:sp>
        <p:nvSpPr>
          <p:cNvPr id="58" name="Shape 44"/>
          <p:cNvSpPr/>
          <p:nvPr/>
        </p:nvSpPr>
        <p:spPr>
          <a:xfrm>
            <a:off x="18120568" y="7069410"/>
            <a:ext cx="1171575" cy="1171575"/>
          </a:xfrm>
          <a:prstGeom prst="roundRect">
            <a:avLst>
              <a:gd name="adj" fmla="val 22764"/>
            </a:avLst>
          </a:prstGeom>
          <a:solidFill>
            <a:srgbClr val="FAF8F5"/>
          </a:solidFill>
          <a:ln w="14288">
            <a:solidFill>
              <a:srgbClr val="1A1412">
                <a:alpha val="10000"/>
              </a:srgbClr>
            </a:solidFill>
            <a:prstDash val="solid"/>
          </a:ln>
          <a:effectLst>
            <a:outerShdw sx="100000" sy="100000" kx="0" ky="0" algn="bl" rotWithShape="0" blurRad="247650" dist="95250" dir="5400000">
              <a:srgbClr val="1A1412">
                <a:alpha val="12000"/>
              </a:srgbClr>
            </a:outerShdw>
          </a:effectLst>
        </p:spPr>
      </p:sp>
      <p:pic>
        <p:nvPicPr>
          <p:cNvPr id="59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8372981" y="7321823"/>
            <a:ext cx="666750" cy="666750"/>
          </a:xfrm>
          <a:prstGeom prst="rect">
            <a:avLst/>
          </a:prstGeom>
        </p:spPr>
      </p:pic>
      <p:sp>
        <p:nvSpPr>
          <p:cNvPr id="60" name="Text 45"/>
          <p:cNvSpPr/>
          <p:nvPr/>
        </p:nvSpPr>
        <p:spPr>
          <a:xfrm>
            <a:off x="18112904" y="8393385"/>
            <a:ext cx="126317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8" kern="0" dirty="0">
                <a:solidFill>
                  <a:srgbClr val="8A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· matches icon set</a:t>
            </a:r>
            <a:endParaRPr lang="en-US" sz="825" dirty="0"/>
          </a:p>
        </p:txBody>
      </p:sp>
      <p:sp>
        <p:nvSpPr>
          <p:cNvPr id="61" name="Shape 46"/>
          <p:cNvSpPr/>
          <p:nvPr/>
        </p:nvSpPr>
        <p:spPr>
          <a:xfrm>
            <a:off x="19984194" y="6459810"/>
            <a:ext cx="1524000" cy="2667000"/>
          </a:xfrm>
          <a:prstGeom prst="roundRect">
            <a:avLst>
              <a:gd name="adj" fmla="val 18750"/>
            </a:avLst>
          </a:prstGeom>
          <a:solidFill>
            <a:srgbClr val="1A1412"/>
          </a:solidFill>
          <a:ln w="47625">
            <a:solidFill>
              <a:srgbClr val="1A1412"/>
            </a:solidFill>
            <a:prstDash val="solid"/>
          </a:ln>
          <a:effectLst>
            <a:outerShdw sx="100000" sy="100000" kx="0" ky="0" algn="bl" rotWithShape="0" blurRad="247650" dist="95250" dir="5400000">
              <a:srgbClr val="1A1412">
                <a:alpha val="22000"/>
              </a:srgbClr>
            </a:outerShdw>
          </a:effectLst>
        </p:spPr>
      </p:sp>
      <p:sp>
        <p:nvSpPr>
          <p:cNvPr id="62" name="Shape 47"/>
          <p:cNvSpPr/>
          <p:nvPr/>
        </p:nvSpPr>
        <p:spPr>
          <a:xfrm>
            <a:off x="20489019" y="6793185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E85D3A"/>
          </a:solidFill>
          <a:ln/>
          <a:effectLst>
            <a:outerShdw sx="100000" sy="100000" kx="0" ky="0" algn="bl" rotWithShape="0" blurRad="95250" dist="38100" dir="5400000">
              <a:srgbClr val="E85D3A">
                <a:alpha val="30000"/>
              </a:srgbClr>
            </a:outerShdw>
          </a:effectLst>
        </p:spPr>
      </p:sp>
      <p:pic>
        <p:nvPicPr>
          <p:cNvPr id="63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0584269" y="6888435"/>
            <a:ext cx="323850" cy="323850"/>
          </a:xfrm>
          <a:prstGeom prst="rect">
            <a:avLst/>
          </a:prstGeom>
        </p:spPr>
      </p:pic>
      <p:sp>
        <p:nvSpPr>
          <p:cNvPr id="64" name="Text 48"/>
          <p:cNvSpPr/>
          <p:nvPr/>
        </p:nvSpPr>
        <p:spPr>
          <a:xfrm>
            <a:off x="20579432" y="7383735"/>
            <a:ext cx="409724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gopack</a:t>
            </a:r>
            <a:endParaRPr lang="en-US" sz="750" dirty="0"/>
          </a:p>
        </p:txBody>
      </p:sp>
      <p:sp>
        <p:nvSpPr>
          <p:cNvPr id="65" name="Shape 49"/>
          <p:cNvSpPr/>
          <p:nvPr/>
        </p:nvSpPr>
        <p:spPr>
          <a:xfrm>
            <a:off x="20403294" y="7607573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6" name="Shape 50"/>
          <p:cNvSpPr/>
          <p:nvPr/>
        </p:nvSpPr>
        <p:spPr>
          <a:xfrm>
            <a:off x="20784294" y="7607573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7" name="Shape 51"/>
          <p:cNvSpPr/>
          <p:nvPr/>
        </p:nvSpPr>
        <p:spPr>
          <a:xfrm>
            <a:off x="20403294" y="7988573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8" name="Shape 52"/>
          <p:cNvSpPr/>
          <p:nvPr/>
        </p:nvSpPr>
        <p:spPr>
          <a:xfrm>
            <a:off x="20784294" y="7988573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9" name="Text 53"/>
          <p:cNvSpPr/>
          <p:nvPr/>
        </p:nvSpPr>
        <p:spPr>
          <a:xfrm>
            <a:off x="22536150" y="6126435"/>
            <a:ext cx="23090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50" kern="0" dirty="0">
                <a:solidFill>
                  <a:srgbClr val="8A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25" dirty="0"/>
          </a:p>
        </p:txBody>
      </p:sp>
      <p:sp>
        <p:nvSpPr>
          <p:cNvPr id="70" name="Text 54"/>
          <p:cNvSpPr/>
          <p:nvPr/>
        </p:nvSpPr>
        <p:spPr>
          <a:xfrm>
            <a:off x="22786107" y="6116910"/>
            <a:ext cx="14465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ink — reversed lockup</a:t>
            </a:r>
            <a:endParaRPr lang="en-US" sz="900" dirty="0"/>
          </a:p>
        </p:txBody>
      </p:sp>
      <p:sp>
        <p:nvSpPr>
          <p:cNvPr id="71" name="Shape 55"/>
          <p:cNvSpPr/>
          <p:nvPr/>
        </p:nvSpPr>
        <p:spPr>
          <a:xfrm>
            <a:off x="22536150" y="6364560"/>
            <a:ext cx="4095750" cy="2286000"/>
          </a:xfrm>
          <a:prstGeom prst="roundRect">
            <a:avLst>
              <a:gd name="adj" fmla="val 833"/>
            </a:avLst>
          </a:prstGeom>
          <a:solidFill>
            <a:srgbClr val="1A1412"/>
          </a:solidFill>
          <a:ln/>
          <a:effectLst>
            <a:outerShdw sx="100000" sy="100000" kx="0" ky="0" algn="bl" rotWithShape="0" blurRad="28575" dist="9525" dir="5400000">
              <a:srgbClr val="000000">
                <a:alpha val="10000"/>
              </a:srgbClr>
            </a:outerShdw>
          </a:effectLst>
        </p:spPr>
      </p:sp>
      <p:pic>
        <p:nvPicPr>
          <p:cNvPr id="72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3224182" y="7212285"/>
            <a:ext cx="590550" cy="590550"/>
          </a:xfrm>
          <a:prstGeom prst="rect">
            <a:avLst/>
          </a:prstGeom>
        </p:spPr>
      </p:pic>
      <p:sp>
        <p:nvSpPr>
          <p:cNvPr id="73" name="Text 56"/>
          <p:cNvSpPr/>
          <p:nvPr/>
        </p:nvSpPr>
        <p:spPr>
          <a:xfrm>
            <a:off x="23986182" y="7228954"/>
            <a:ext cx="215337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b="1" spc="-150" kern="0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</a:t>
            </a:r>
            <a:pPr algn="l" indent="0" marL="0">
              <a:lnSpc>
                <a:spcPct val="100000"/>
              </a:lnSpc>
              <a:buNone/>
            </a:pPr>
            <a:r>
              <a:rPr lang="en-US" sz="3150" b="1" spc="-150" kern="0" dirty="0">
                <a:solidFill>
                  <a:srgbClr val="E8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</a:t>
            </a:r>
            <a:endParaRPr lang="en-US" sz="3150" dirty="0"/>
          </a:p>
        </p:txBody>
      </p:sp>
      <p:sp>
        <p:nvSpPr>
          <p:cNvPr id="74" name="Text 57"/>
          <p:cNvSpPr/>
          <p:nvPr/>
        </p:nvSpPr>
        <p:spPr>
          <a:xfrm>
            <a:off x="23986182" y="7676629"/>
            <a:ext cx="2153372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FAF8F5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your bags. Pack your friends.</a:t>
            </a:r>
            <a:endParaRPr lang="en-US" sz="750" dirty="0"/>
          </a:p>
        </p:txBody>
      </p:sp>
      <p:sp>
        <p:nvSpPr>
          <p:cNvPr id="75" name="Text 58"/>
          <p:cNvSpPr/>
          <p:nvPr/>
        </p:nvSpPr>
        <p:spPr>
          <a:xfrm>
            <a:off x="26936700" y="6126435"/>
            <a:ext cx="1841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50" kern="0" dirty="0">
                <a:solidFill>
                  <a:srgbClr val="8A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··</a:t>
            </a:r>
            <a:endParaRPr lang="en-US" sz="825" dirty="0"/>
          </a:p>
        </p:txBody>
      </p:sp>
      <p:sp>
        <p:nvSpPr>
          <p:cNvPr id="76" name="Text 59"/>
          <p:cNvSpPr/>
          <p:nvPr/>
        </p:nvSpPr>
        <p:spPr>
          <a:xfrm>
            <a:off x="27139850" y="6116910"/>
            <a:ext cx="176807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up small — nav bar &amp; tab</a:t>
            </a:r>
            <a:endParaRPr lang="en-US" sz="900" dirty="0"/>
          </a:p>
        </p:txBody>
      </p:sp>
      <p:sp>
        <p:nvSpPr>
          <p:cNvPr id="77" name="Shape 60"/>
          <p:cNvSpPr/>
          <p:nvPr/>
        </p:nvSpPr>
        <p:spPr>
          <a:xfrm>
            <a:off x="26936700" y="6364560"/>
            <a:ext cx="4095750" cy="2286000"/>
          </a:xfrm>
          <a:prstGeom prst="roundRect">
            <a:avLst>
              <a:gd name="adj" fmla="val 833"/>
            </a:avLst>
          </a:prstGeom>
          <a:solidFill>
            <a:srgbClr val="FAF8F5"/>
          </a:solidFill>
          <a:ln/>
          <a:effectLst>
            <a:outerShdw sx="100000" sy="100000" kx="0" ky="0" algn="bl" rotWithShape="0" blurRad="28575" dist="9525" dir="5400000">
              <a:srgbClr val="000000">
                <a:alpha val="10000"/>
              </a:srgbClr>
            </a:outerShdw>
          </a:effectLst>
        </p:spPr>
      </p:sp>
      <p:pic>
        <p:nvPicPr>
          <p:cNvPr id="78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7203400" y="7140848"/>
            <a:ext cx="228600" cy="228600"/>
          </a:xfrm>
          <a:prstGeom prst="rect">
            <a:avLst/>
          </a:prstGeom>
        </p:spPr>
      </p:pic>
      <p:sp>
        <p:nvSpPr>
          <p:cNvPr id="79" name="Text 61"/>
          <p:cNvSpPr/>
          <p:nvPr/>
        </p:nvSpPr>
        <p:spPr>
          <a:xfrm>
            <a:off x="27517725" y="7145610"/>
            <a:ext cx="71035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75" kern="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gopack</a:t>
            </a:r>
            <a:endParaRPr lang="en-US" sz="1500" dirty="0"/>
          </a:p>
        </p:txBody>
      </p:sp>
      <p:sp>
        <p:nvSpPr>
          <p:cNvPr id="80" name="Text 62"/>
          <p:cNvSpPr/>
          <p:nvPr/>
        </p:nvSpPr>
        <p:spPr>
          <a:xfrm>
            <a:off x="29773959" y="7193235"/>
            <a:ext cx="106799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A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Trips · Explore · Chat</a:t>
            </a:r>
            <a:endParaRPr lang="en-US" sz="825" dirty="0"/>
          </a:p>
        </p:txBody>
      </p:sp>
      <p:sp>
        <p:nvSpPr>
          <p:cNvPr id="81" name="Shape 63"/>
          <p:cNvSpPr/>
          <p:nvPr/>
        </p:nvSpPr>
        <p:spPr>
          <a:xfrm>
            <a:off x="27203400" y="7540898"/>
            <a:ext cx="3562350" cy="95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2" name="Shape 64"/>
          <p:cNvSpPr/>
          <p:nvPr/>
        </p:nvSpPr>
        <p:spPr>
          <a:xfrm>
            <a:off x="27203400" y="7721873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1A1412"/>
          </a:solidFill>
          <a:ln/>
        </p:spPr>
      </p:sp>
      <p:sp>
        <p:nvSpPr>
          <p:cNvPr id="83" name="Text 65"/>
          <p:cNvSpPr/>
          <p:nvPr/>
        </p:nvSpPr>
        <p:spPr>
          <a:xfrm>
            <a:off x="27252067" y="7750448"/>
            <a:ext cx="131192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750" dirty="0"/>
          </a:p>
        </p:txBody>
      </p:sp>
      <p:sp>
        <p:nvSpPr>
          <p:cNvPr id="84" name="Text 66"/>
          <p:cNvSpPr/>
          <p:nvPr/>
        </p:nvSpPr>
        <p:spPr>
          <a:xfrm>
            <a:off x="27451050" y="7731398"/>
            <a:ext cx="68624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gopack.now</a:t>
            </a:r>
            <a:endParaRPr lang="en-US" sz="900" dirty="0"/>
          </a:p>
        </p:txBody>
      </p:sp>
      <p:sp>
        <p:nvSpPr>
          <p:cNvPr id="85" name="Text 67"/>
          <p:cNvSpPr/>
          <p:nvPr/>
        </p:nvSpPr>
        <p:spPr>
          <a:xfrm>
            <a:off x="30008736" y="7738542"/>
            <a:ext cx="83321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8A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favicon 16px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2026-06-23T15:06:53Z</dcterms:created>
  <dcterms:modified xsi:type="dcterms:W3CDTF">2026-06-23T15:06:53Z</dcterms:modified>
</cp:coreProperties>
</file>